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72" r:id="rId5"/>
    <p:sldId id="264" r:id="rId6"/>
    <p:sldId id="265" r:id="rId7"/>
    <p:sldId id="266" r:id="rId8"/>
    <p:sldId id="267" r:id="rId9"/>
    <p:sldId id="261" r:id="rId10"/>
    <p:sldId id="268" r:id="rId11"/>
    <p:sldId id="269" r:id="rId12"/>
    <p:sldId id="270" r:id="rId13"/>
    <p:sldId id="271" r:id="rId14"/>
    <p:sldId id="274" r:id="rId15"/>
    <p:sldId id="273" r:id="rId16"/>
    <p:sldId id="259" r:id="rId17"/>
    <p:sldId id="263" r:id="rId18"/>
    <p:sldId id="260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177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936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6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96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8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00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3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5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188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89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799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152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16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6135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41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462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04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9231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/>
              <a:t>WELCOME </a:t>
            </a:r>
            <a:endParaRPr lang="en-GB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9995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Equestrian Media Pvt. Ltd. 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E2F01A55-4026-4191-B0D4-B8459506E45C}"/>
              </a:ext>
            </a:extLst>
          </p:cNvPr>
          <p:cNvSpPr/>
          <p:nvPr/>
        </p:nvSpPr>
        <p:spPr>
          <a:xfrm>
            <a:off x="731520" y="1097280"/>
            <a:ext cx="10515600" cy="4686362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02299-2424-A24A-B72F-2E3F7AE71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696" y="1527445"/>
            <a:ext cx="5969257" cy="3979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About Us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45720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chemeClr val="tx1"/>
                </a:solidFill>
              </a:rPr>
              <a:t>About Equestrian Media</a:t>
            </a:r>
          </a:p>
          <a:p>
            <a:endParaRPr lang="en-GB" b="1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Equestrian Media Private Limited</a:t>
            </a:r>
            <a:r>
              <a:rPr lang="en-GB" dirty="0">
                <a:solidFill>
                  <a:schemeClr val="tx1"/>
                </a:solidFill>
              </a:rPr>
              <a:t> is a Hyderabad-based </a:t>
            </a:r>
            <a:r>
              <a:rPr lang="en-GB" b="1" dirty="0">
                <a:solidFill>
                  <a:schemeClr val="tx1"/>
                </a:solidFill>
              </a:rPr>
              <a:t>BTL Marketing, Brand Activation, and Outdoor Advertising Company</a:t>
            </a:r>
            <a:r>
              <a:rPr lang="en-GB" dirty="0">
                <a:solidFill>
                  <a:schemeClr val="tx1"/>
                </a:solidFill>
              </a:rPr>
              <a:t> Headquartered in </a:t>
            </a:r>
            <a:r>
              <a:rPr lang="en-GB" b="1" dirty="0">
                <a:solidFill>
                  <a:schemeClr val="tx1"/>
                </a:solidFill>
              </a:rPr>
              <a:t>HITEC City, </a:t>
            </a:r>
            <a:r>
              <a:rPr lang="en-GB" b="1" dirty="0" err="1">
                <a:solidFill>
                  <a:schemeClr val="tx1"/>
                </a:solidFill>
              </a:rPr>
              <a:t>Kothaguda</a:t>
            </a:r>
            <a:r>
              <a:rPr lang="en-GB" dirty="0">
                <a:solidFill>
                  <a:schemeClr val="tx1"/>
                </a:solidFill>
              </a:rPr>
              <a:t>.</a:t>
            </a:r>
          </a:p>
          <a:p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We specialize in delivering innovative on-ground marketing campaigns that connect brands directly with their target audience. Our customized BTL solutions help businesses increase brand visibility, customer engagement, and market reach across Telangana and Andhra Pradesh</a:t>
            </a:r>
          </a:p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9995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Equestrian Media Pvt. Ltd.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32117"/>
            <a:ext cx="227177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lang="en-IN" dirty="0"/>
              <a:t>What we do 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139484"/>
            <a:ext cx="4628271" cy="45720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</a:rPr>
              <a:t>Brand Activation</a:t>
            </a:r>
            <a:endParaRPr lang="en-IN" sz="2000" b="1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Product Launches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Mall Activations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Retail Promotions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Corporate Events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Road Shows </a:t>
            </a:r>
          </a:p>
          <a:p>
            <a:endParaRPr lang="en-IN" sz="2000" dirty="0">
              <a:solidFill>
                <a:schemeClr val="tx1"/>
              </a:solidFill>
            </a:endParaRPr>
          </a:p>
          <a:p>
            <a:r>
              <a:rPr lang="en-IN" sz="2400" b="1" dirty="0">
                <a:solidFill>
                  <a:schemeClr val="tx1"/>
                </a:solidFill>
              </a:rPr>
              <a:t>Mobile Advertising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Tata Ace LED Vans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Bolero LED Vehicles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Auto Hood Branding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T-Shape Auto Branding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Auto Boom Campaigns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9995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Equestrian Media Pvt. Ltd. </a:t>
            </a: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F2950D0C-3813-447E-9AA1-717AE2003C37}"/>
              </a:ext>
            </a:extLst>
          </p:cNvPr>
          <p:cNvSpPr/>
          <p:nvPr/>
        </p:nvSpPr>
        <p:spPr>
          <a:xfrm>
            <a:off x="5835748" y="1137136"/>
            <a:ext cx="4628271" cy="45720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solidFill>
                  <a:schemeClr val="tx1"/>
                </a:solidFill>
              </a:rPr>
              <a:t>Outdoor Advertising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Digital Wall Posters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Pole Kiosks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Flex Hoardings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No Parking Boards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Street Branding 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sz="2000" b="1" dirty="0">
                <a:solidFill>
                  <a:schemeClr val="tx1"/>
                </a:solidFill>
              </a:rPr>
              <a:t>Promotional Campaigns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Tricycle Campaigns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Walkers &amp; Look Walkers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Pamphlet Distribution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Sampling Activities </a:t>
            </a: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</a:rPr>
              <a:t>Society Promotions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7F497-EEBE-E39A-10E6-86A5441D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15A688F-640A-2C66-8F61-CC0D07F8A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4860" y="4309480"/>
            <a:ext cx="10343089" cy="238697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Cost for 1 Month Rs.250000/-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48C1D0D1-1D3F-9652-803B-1FBD51AA19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3B5C8A-5BD7-531C-9CC6-F2FBEE024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466" y="78076"/>
            <a:ext cx="7303846" cy="5496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7DA001-DABF-67C1-1EE0-715620F05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3" y="94747"/>
            <a:ext cx="7303846" cy="54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>
          <a:xfrm>
            <a:off x="774860" y="4309480"/>
            <a:ext cx="10343089" cy="238697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Cost for 1 Month Rs.250000/-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280" y="278330"/>
            <a:ext cx="3734244" cy="49789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1" y="708918"/>
            <a:ext cx="8099512" cy="455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3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2880" y="5531890"/>
            <a:ext cx="12371705" cy="132521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  T SHAPE Auto Rs.75000 per Month 50 Kilometers 8 Hrs.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909" y="656819"/>
            <a:ext cx="6701902" cy="44711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2" y="660367"/>
            <a:ext cx="6374941" cy="447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003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2911" y="5531890"/>
            <a:ext cx="10512862" cy="1325218"/>
          </a:xfrm>
        </p:spPr>
        <p:txBody>
          <a:bodyPr/>
          <a:lstStyle/>
          <a:p>
            <a:pPr algn="ctr"/>
            <a:br>
              <a:rPr lang="en-IN" b="1" dirty="0">
                <a:solidFill>
                  <a:schemeClr val="tx1"/>
                </a:solidFill>
              </a:rPr>
            </a:br>
            <a:r>
              <a:rPr lang="en-IN" b="1" dirty="0">
                <a:solidFill>
                  <a:schemeClr val="tx1"/>
                </a:solidFill>
              </a:rPr>
              <a:t>Round Flex Rs.9000/- for 15 X15 Size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90" y="61647"/>
            <a:ext cx="4271874" cy="5695833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6DB0FF-3FA3-47B8-8FC1-8F896666C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421" y="137881"/>
            <a:ext cx="7477227" cy="560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744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8925" y="5789950"/>
            <a:ext cx="10512862" cy="1325218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LOOK WALKERS – 1300 Per day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95" y="131486"/>
            <a:ext cx="7040498" cy="52803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359" y="1"/>
            <a:ext cx="3781797" cy="6723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797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687" y="5531890"/>
            <a:ext cx="10512862" cy="1325218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TRICYCLE Campaign Cost for Day Rs.1500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6662"/>
            <a:ext cx="6764798" cy="50735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3F4680-CFBC-4ADB-8F6D-A137484DE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335" y="894"/>
            <a:ext cx="6892490" cy="5169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FD847F-F6C1-430A-AA48-575DB6BF6E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89783"/>
            <a:ext cx="7280057" cy="546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94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79100-0DE4-4E5C-94E3-26B36A76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710" y="5531890"/>
            <a:ext cx="10512862" cy="1325218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DIGITAL WALL Poster per </a:t>
            </a:r>
            <a:r>
              <a:rPr lang="en-IN" b="1" dirty="0" err="1">
                <a:solidFill>
                  <a:schemeClr val="tx1"/>
                </a:solidFill>
              </a:rPr>
              <a:t>Sft</a:t>
            </a:r>
            <a:r>
              <a:rPr lang="en-IN" b="1" dirty="0">
                <a:solidFill>
                  <a:schemeClr val="tx1"/>
                </a:solidFill>
              </a:rPr>
              <a:t> Rs.22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903516-D628-4EEE-AE6C-018946130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41534"/>
            <a:ext cx="5766252" cy="49629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58623E-3CFA-4198-B620-BEB7F6999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236" y="2083"/>
            <a:ext cx="6833589" cy="500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622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3C1E18A-88FC-458F-B901-F804901F8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604002"/>
            <a:ext cx="12829735" cy="1655331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chemeClr val="tx1"/>
                </a:solidFill>
              </a:rPr>
              <a:t>No Parking Boards Size 18 Inches X 12 Inches </a:t>
            </a:r>
          </a:p>
          <a:p>
            <a:pPr algn="ctr"/>
            <a:r>
              <a:rPr lang="en-IN" sz="3200" b="1" dirty="0">
                <a:solidFill>
                  <a:schemeClr val="tx1"/>
                </a:solidFill>
              </a:rPr>
              <a:t>Each Rs.29 for Broad Min Quantity 500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D43AB-9F59-4632-A253-9797EBD0F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3"/>
            <a:ext cx="7351120" cy="5575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BDA054-E48D-4376-9A85-D5A678BEC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3148" y="893"/>
            <a:ext cx="6225676" cy="560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92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EFB7A9-8CB4-4C60-B65B-35FFE5D7E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896" y="5513991"/>
            <a:ext cx="10468325" cy="1712296"/>
          </a:xfrm>
        </p:spPr>
        <p:txBody>
          <a:bodyPr>
            <a:normAutofit/>
          </a:bodyPr>
          <a:lstStyle/>
          <a:p>
            <a:r>
              <a:rPr lang="en-IN" sz="4399" dirty="0"/>
              <a:t>AUTOTOP Rexene Rs 650/- per Auto including Pasting Minimum Quantity 500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7074C-1408-4CDE-B28D-3A1CE72413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92"/>
            <a:ext cx="4008249" cy="53443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83B3DA-84D3-4B53-BE0C-AEEBDFA1A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288" y="21987"/>
            <a:ext cx="4008249" cy="53443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8844EE-8742-443F-A30D-7E5FBF4793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274" y="-27236"/>
            <a:ext cx="4024070" cy="5365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52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510A-CC9C-4F50-86C5-02D94F1D5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5531890"/>
            <a:ext cx="10512862" cy="1325218"/>
          </a:xfrm>
        </p:spPr>
        <p:txBody>
          <a:bodyPr/>
          <a:lstStyle/>
          <a:p>
            <a:pPr algn="ctr"/>
            <a:br>
              <a:rPr lang="en-IN" b="1" dirty="0">
                <a:solidFill>
                  <a:schemeClr val="tx1"/>
                </a:solidFill>
              </a:rPr>
            </a:br>
            <a:r>
              <a:rPr lang="en-IN" b="1" dirty="0">
                <a:solidFill>
                  <a:schemeClr val="tx1"/>
                </a:solidFill>
              </a:rPr>
              <a:t>AUTO Stricter Rs.120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695C4-3FF0-43AD-999E-AC02273A3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364" y="-24537"/>
            <a:ext cx="4186393" cy="55818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D03D43-3E83-4CFD-899B-C53FC317AB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7" y="894"/>
            <a:ext cx="4148247" cy="55309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E53018-3BF9-4790-99B2-FD7BCEEE0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727" y="894"/>
            <a:ext cx="3445951" cy="553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72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7BAF-57F1-8F83-93ED-0BC7B95F6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35EFD-5396-D340-9CC2-4BB3CD0B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910" y="5531890"/>
            <a:ext cx="11543953" cy="1325218"/>
          </a:xfrm>
        </p:spPr>
        <p:txBody>
          <a:bodyPr>
            <a:normAutofit fontScale="90000"/>
          </a:bodyPr>
          <a:lstStyle/>
          <a:p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   BUS ADS Rs.40000 Per Month + 7500 Printing and Mounting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99C878-562E-DCA9-2F81-8AF040A16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537" y="112777"/>
            <a:ext cx="4276859" cy="57024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798C8B-D63B-87A8-C3F8-3985FAB46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8" y="337210"/>
            <a:ext cx="7304061" cy="5478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625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5CBD8-C7C5-A8B7-20DD-7B34EA5E5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81A13-BEF6-656E-DC88-706E9B572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911" y="5531890"/>
            <a:ext cx="10512862" cy="1325218"/>
          </a:xfrm>
        </p:spPr>
        <p:txBody>
          <a:bodyPr>
            <a:normAutofit/>
          </a:bodyPr>
          <a:lstStyle/>
          <a:p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   BUS ADS Rs.40000 Per Month + 7500 Mounting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5DBA66B-7858-32D5-6430-AC68C7AC3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52" y="133564"/>
            <a:ext cx="9313908" cy="58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27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Pricing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45720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Calisto MT" panose="02040603050505030304" pitchFamily="18" charset="0"/>
              </a:rPr>
              <a:t>LED VAN  ₹250000/Month  70 Kms 8 Hrs per day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sz="2800" dirty="0">
                <a:solidFill>
                  <a:schemeClr val="tx1"/>
                </a:solidFill>
                <a:latin typeface="Calisto MT" panose="02040603050505030304" pitchFamily="18" charset="0"/>
              </a:rPr>
              <a:t>Tata Ace ₹</a:t>
            </a:r>
            <a:r>
              <a:rPr lang="en-IN" sz="2800" dirty="0">
                <a:solidFill>
                  <a:schemeClr val="tx1"/>
                </a:solidFill>
                <a:latin typeface="Calisto MT" panose="02040603050505030304" pitchFamily="18" charset="0"/>
              </a:rPr>
              <a:t>8</a:t>
            </a:r>
            <a:r>
              <a:rPr sz="2800" dirty="0">
                <a:solidFill>
                  <a:schemeClr val="tx1"/>
                </a:solidFill>
                <a:latin typeface="Calisto MT" panose="02040603050505030304" pitchFamily="18" charset="0"/>
              </a:rPr>
              <a:t>0000/Month</a:t>
            </a:r>
            <a:r>
              <a:rPr lang="en-IN" sz="2800" dirty="0">
                <a:solidFill>
                  <a:schemeClr val="tx1"/>
                </a:solidFill>
                <a:latin typeface="Calisto MT" panose="02040603050505030304" pitchFamily="18" charset="0"/>
              </a:rPr>
              <a:t> 70 Kms 8 Hrs per day</a:t>
            </a:r>
            <a:endParaRPr sz="2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sz="2800" dirty="0">
                <a:solidFill>
                  <a:schemeClr val="tx1"/>
                </a:solidFill>
                <a:latin typeface="Calisto MT" panose="02040603050505030304" pitchFamily="18" charset="0"/>
              </a:rPr>
              <a:t>T Shape ₹75000/Month</a:t>
            </a:r>
            <a:r>
              <a:rPr lang="en-IN" sz="2800" dirty="0">
                <a:solidFill>
                  <a:schemeClr val="tx1"/>
                </a:solidFill>
                <a:latin typeface="Calisto MT" panose="02040603050505030304" pitchFamily="18" charset="0"/>
              </a:rPr>
              <a:t> 70 Kms 8 Hrs per day</a:t>
            </a:r>
            <a:endParaRPr sz="2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sz="2800" dirty="0">
                <a:solidFill>
                  <a:schemeClr val="tx1"/>
                </a:solidFill>
                <a:latin typeface="Calisto MT" panose="02040603050505030304" pitchFamily="18" charset="0"/>
              </a:rPr>
              <a:t>Tricycle ₹1</a:t>
            </a:r>
            <a:r>
              <a:rPr lang="en-IN" sz="2800" dirty="0">
                <a:solidFill>
                  <a:schemeClr val="tx1"/>
                </a:solidFill>
                <a:latin typeface="Calisto MT" panose="02040603050505030304" pitchFamily="18" charset="0"/>
              </a:rPr>
              <a:t>5</a:t>
            </a:r>
            <a:r>
              <a:rPr sz="2800" dirty="0">
                <a:solidFill>
                  <a:schemeClr val="tx1"/>
                </a:solidFill>
                <a:latin typeface="Calisto MT" panose="02040603050505030304" pitchFamily="18" charset="0"/>
              </a:rPr>
              <a:t>00/Day</a:t>
            </a:r>
            <a:r>
              <a:rPr lang="en-IN" sz="2800" dirty="0">
                <a:solidFill>
                  <a:schemeClr val="tx1"/>
                </a:solidFill>
                <a:latin typeface="Calisto MT" panose="02040603050505030304" pitchFamily="18" charset="0"/>
              </a:rPr>
              <a:t> 5 Kilometres 7 Hrs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Calisto MT" panose="02040603050505030304" pitchFamily="18" charset="0"/>
              </a:rPr>
              <a:t>Look Walkers₹1500/Day 5 Kilometres 7 Hrs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Calisto MT" panose="02040603050505030304" pitchFamily="18" charset="0"/>
              </a:rPr>
              <a:t>AUTOTOPS Rs.650 Per Auto Min 500 for 1 Area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  <a:latin typeface="Calisto MT" panose="02040603050505030304" pitchFamily="18" charset="0"/>
              </a:rPr>
              <a:t>Auto Stickers Rs.120 Per Auto Min 500 for 1 Area</a:t>
            </a:r>
          </a:p>
          <a:p>
            <a:pPr algn="just"/>
            <a:r>
              <a:rPr lang="en-IN" sz="2800" dirty="0">
                <a:solidFill>
                  <a:schemeClr val="tx1"/>
                </a:solidFill>
                <a:latin typeface="Calisto MT" panose="02040603050505030304" pitchFamily="18" charset="0"/>
              </a:rPr>
              <a:t> 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800" dirty="0">
              <a:solidFill>
                <a:schemeClr val="tx1"/>
              </a:solidFill>
              <a:latin typeface="Calisto MT" panose="02040603050505030304" pitchFamily="18" charset="0"/>
            </a:endParaRPr>
          </a:p>
          <a:p>
            <a:pPr algn="just"/>
            <a:endParaRPr dirty="0">
              <a:solidFill>
                <a:schemeClr val="tx1"/>
              </a:solidFill>
              <a:latin typeface="Calisto MT" panose="0204060305050503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9995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Equestrian Media Pvt. Ltd.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19"/>
            <a:ext cx="86938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tx1"/>
                </a:solidFill>
              </a:rPr>
              <a:t>Why Brands Choose Equestrian Media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227406"/>
            <a:ext cx="10515600" cy="45720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dirty="0">
                <a:solidFill>
                  <a:schemeClr val="tx1"/>
                </a:solidFill>
              </a:rPr>
              <a:t>✔ Complete BTL Marketing Solutions 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Experienced &amp; Professional Team 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Innovative Advertising Platforms 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Fast Campaign Execution 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Competitive Pricing 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Customized Brand Promotions 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Reliable Service &amp; Support 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Strong Local Market Presence </a:t>
            </a:r>
          </a:p>
          <a:p>
            <a:r>
              <a:rPr lang="en-IN" sz="2400" dirty="0">
                <a:solidFill>
                  <a:schemeClr val="tx1"/>
                </a:solidFill>
              </a:rPr>
              <a:t>✔ High Visibility &amp; Maximum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394370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dirty="0"/>
              <a:t>Equestrian Media Pvt. Ltd.</a:t>
            </a:r>
          </a:p>
        </p:txBody>
      </p:sp>
    </p:spTree>
    <p:extLst>
      <p:ext uri="{BB962C8B-B14F-4D97-AF65-F5344CB8AC3E}">
        <p14:creationId xmlns:p14="http://schemas.microsoft.com/office/powerpoint/2010/main" val="2426271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93428"/>
            <a:ext cx="222048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400" dirty="0"/>
              <a:t>Contact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457200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dirty="0">
                <a:solidFill>
                  <a:schemeClr val="tx1"/>
                </a:solidFill>
              </a:rPr>
              <a:t>                                              </a:t>
            </a:r>
            <a:r>
              <a:rPr lang="en-IN" sz="5400" dirty="0">
                <a:solidFill>
                  <a:schemeClr val="tx1"/>
                </a:solidFill>
              </a:rPr>
              <a:t>THANK YOU </a:t>
            </a:r>
            <a:endParaRPr sz="3200" dirty="0">
              <a:solidFill>
                <a:schemeClr val="tx1"/>
              </a:solidFill>
            </a:endParaRPr>
          </a:p>
          <a:p>
            <a:r>
              <a:rPr lang="en-IN" sz="3200" dirty="0">
                <a:solidFill>
                  <a:schemeClr val="tx1"/>
                </a:solidFill>
              </a:rPr>
              <a:t>                                     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29995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Equestrian Media Pvt. Ltd.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DFB5B-E8FD-B04F-C6F7-059CF8C47B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38" y="1876874"/>
            <a:ext cx="4484109" cy="29894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134</TotalTime>
  <Words>424</Words>
  <Application>Microsoft Office PowerPoint</Application>
  <PresentationFormat>Custom</PresentationFormat>
  <Paragraphs>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Calisto MT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Cost for 1 Month Rs.250000/-</vt:lpstr>
      <vt:lpstr>Cost for 1 Month Rs.250000/-</vt:lpstr>
      <vt:lpstr>  T SHAPE Auto Rs.75000 per Month 50 Kilometers 8 Hrs. </vt:lpstr>
      <vt:lpstr> Round Flex Rs.9000/- for 15 X15 Size </vt:lpstr>
      <vt:lpstr>LOOK WALKERS – 1300 Per day </vt:lpstr>
      <vt:lpstr>TRICYCLE Campaign Cost for Day Rs.1500 </vt:lpstr>
      <vt:lpstr>DIGITAL WALL Poster per Sft Rs.22</vt:lpstr>
      <vt:lpstr>PowerPoint Presentation</vt:lpstr>
      <vt:lpstr>PowerPoint Presentation</vt:lpstr>
      <vt:lpstr> AUTO Stricter Rs.120</vt:lpstr>
      <vt:lpstr>    BUS ADS Rs.40000 Per Month + 7500 Printing and Mounting</vt:lpstr>
      <vt:lpstr>    BUS ADS Rs.40000 Per Month + 7500 Mounting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keywords/>
  <dc:description>generated using python-pptx</dc:description>
  <cp:lastModifiedBy>Ravi Chander</cp:lastModifiedBy>
  <cp:revision>8</cp:revision>
  <dcterms:created xsi:type="dcterms:W3CDTF">2013-01-27T09:14:16Z</dcterms:created>
  <dcterms:modified xsi:type="dcterms:W3CDTF">2026-10-01T08:55:36Z</dcterms:modified>
  <cp:category/>
</cp:coreProperties>
</file>